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CA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C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C7C6E8-229A-4233-84DB-DA461D7DDF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4782B8-1BF3-40F7-97EE-75290F9931B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9500">
              <a:srgbClr val="dddddd"/>
            </a:gs>
            <a:gs pos="50000">
              <a:srgbClr val="858585"/>
            </a:gs>
            <a:gs pos="90500">
              <a:srgbClr val="dddddd"/>
            </a:gs>
          </a:gsLst>
          <a:lin ang="17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/>
          <a:stretch/>
        </p:blipFill>
        <p:spPr>
          <a:xfrm>
            <a:off x="8780400" y="6543720"/>
            <a:ext cx="939240" cy="65592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CA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ftr" idx="1"/>
          </p:nvPr>
        </p:nvSpPr>
        <p:spPr>
          <a:xfrm>
            <a:off x="3447360" y="6886800"/>
            <a:ext cx="3194640" cy="5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C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CA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C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sldNum" idx="2"/>
          </p:nvPr>
        </p:nvSpPr>
        <p:spPr>
          <a:xfrm>
            <a:off x="7227360" y="6886800"/>
            <a:ext cx="2347920" cy="5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C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F2A948-1FF3-402E-8B6C-0BC45F09D7E3}" type="slidenum">
              <a:rPr b="0" lang="en-CA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C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dt" idx="3"/>
          </p:nvPr>
        </p:nvSpPr>
        <p:spPr>
          <a:xfrm>
            <a:off x="504000" y="6886800"/>
            <a:ext cx="2347920" cy="5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C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CA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C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CA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CA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CA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CA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CA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2026-10-08T11:54:15Z</dcterms:created>
  <dc:creator/>
  <dc:description/>
  <dc:language>en-CA</dc:language>
  <cp:lastModifiedBy/>
  <dcterms:modified xsi:type="dcterms:W3CDTF">2026-10-08T13:08:30Z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