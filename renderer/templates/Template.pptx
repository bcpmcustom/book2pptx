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6E903-68F0-47D2-97FC-67E9FDB613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9000">
              <a:srgbClr val="c2c2c2"/>
            </a:gs>
            <a:gs pos="100000">
              <a:srgbClr val="666666"/>
            </a:gs>
          </a:gsLst>
          <a:lin ang="1416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586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CA" sz="5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427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CA" sz="427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51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373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CA" sz="373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CA" sz="32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267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CA" sz="267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67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CA" sz="267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67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CA" sz="267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67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CA" sz="26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6800"/>
            <a:ext cx="234828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6800"/>
            <a:ext cx="319500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6800"/>
            <a:ext cx="2348280" cy="5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10F2F7-BB75-45C5-9561-59209842C42C}" type="slidenum">
              <a:rPr b="0" lang="en-CA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8834400" y="6660000"/>
            <a:ext cx="902880" cy="540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58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2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2026-09-30T15:43:40Z</dcterms:created>
  <dc:creator/>
  <dc:description/>
  <dc:language>en-CA</dc:language>
  <cp:lastModifiedBy/>
  <dcterms:modified xsi:type="dcterms:W3CDTF">2026-09-30T16:02:19Z</dcterms:modified>
  <cp:revision>4</cp:revision>
  <dc:subject/>
  <dc:title/>
</cp:coreProperties>
</file>